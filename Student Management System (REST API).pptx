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3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53F1D2-8EA9-4F42-AD9E-1FD3D4827208}" v="22" dt="2026-01-23T06:48:43.0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DAMBARANATHAN C M" userId="41e877ade6b77116" providerId="LiveId" clId="{29F42C0A-90DC-4917-9D66-D0F719646C44}"/>
    <pc:docChg chg="custSel addSld modSld">
      <pc:chgData name="CHIDAMBARANATHAN C M" userId="41e877ade6b77116" providerId="LiveId" clId="{29F42C0A-90DC-4917-9D66-D0F719646C44}" dt="2026-01-23T06:49:23.451" v="98" actId="20577"/>
      <pc:docMkLst>
        <pc:docMk/>
      </pc:docMkLst>
      <pc:sldChg chg="delSp modSp mod">
        <pc:chgData name="CHIDAMBARANATHAN C M" userId="41e877ade6b77116" providerId="LiveId" clId="{29F42C0A-90DC-4917-9D66-D0F719646C44}" dt="2026-01-23T06:38:50.707" v="2" actId="14100"/>
        <pc:sldMkLst>
          <pc:docMk/>
          <pc:sldMk cId="432923710" sldId="258"/>
        </pc:sldMkLst>
        <pc:spChg chg="del">
          <ac:chgData name="CHIDAMBARANATHAN C M" userId="41e877ade6b77116" providerId="LiveId" clId="{29F42C0A-90DC-4917-9D66-D0F719646C44}" dt="2026-01-23T06:38:47.664" v="1" actId="21"/>
          <ac:spMkLst>
            <pc:docMk/>
            <pc:sldMk cId="432923710" sldId="258"/>
            <ac:spMk id="2" creationId="{EE5951D5-8D7E-F420-E4FF-B9491CFD1C4C}"/>
          </ac:spMkLst>
        </pc:spChg>
        <pc:spChg chg="mod">
          <ac:chgData name="CHIDAMBARANATHAN C M" userId="41e877ade6b77116" providerId="LiveId" clId="{29F42C0A-90DC-4917-9D66-D0F719646C44}" dt="2026-01-23T06:38:50.707" v="2" actId="14100"/>
          <ac:spMkLst>
            <pc:docMk/>
            <pc:sldMk cId="432923710" sldId="258"/>
            <ac:spMk id="3" creationId="{1EF38476-C5A0-E46D-8CA0-C0DE4F255C59}"/>
          </ac:spMkLst>
        </pc:spChg>
      </pc:sldChg>
      <pc:sldChg chg="addSp delSp modSp new mod">
        <pc:chgData name="CHIDAMBARANATHAN C M" userId="41e877ade6b77116" providerId="LiveId" clId="{29F42C0A-90DC-4917-9D66-D0F719646C44}" dt="2026-01-23T06:39:17.364" v="7" actId="14100"/>
        <pc:sldMkLst>
          <pc:docMk/>
          <pc:sldMk cId="3052202440" sldId="259"/>
        </pc:sldMkLst>
        <pc:spChg chg="del">
          <ac:chgData name="CHIDAMBARANATHAN C M" userId="41e877ade6b77116" providerId="LiveId" clId="{29F42C0A-90DC-4917-9D66-D0F719646C44}" dt="2026-01-23T06:39:10.854" v="5" actId="21"/>
          <ac:spMkLst>
            <pc:docMk/>
            <pc:sldMk cId="3052202440" sldId="259"/>
            <ac:spMk id="2" creationId="{88233074-1F92-4D7B-D9FE-31B2B9CD740A}"/>
          </ac:spMkLst>
        </pc:spChg>
        <pc:spChg chg="del">
          <ac:chgData name="CHIDAMBARANATHAN C M" userId="41e877ade6b77116" providerId="LiveId" clId="{29F42C0A-90DC-4917-9D66-D0F719646C44}" dt="2026-01-23T06:39:03.498" v="4"/>
          <ac:spMkLst>
            <pc:docMk/>
            <pc:sldMk cId="3052202440" sldId="259"/>
            <ac:spMk id="3" creationId="{31FC4D5B-BB1A-22B2-85FA-F0EA8334B4C2}"/>
          </ac:spMkLst>
        </pc:spChg>
        <pc:spChg chg="add mod">
          <ac:chgData name="CHIDAMBARANATHAN C M" userId="41e877ade6b77116" providerId="LiveId" clId="{29F42C0A-90DC-4917-9D66-D0F719646C44}" dt="2026-01-23T06:39:17.364" v="7" actId="14100"/>
          <ac:spMkLst>
            <pc:docMk/>
            <pc:sldMk cId="3052202440" sldId="259"/>
            <ac:spMk id="5" creationId="{0BBCADC3-52ED-A617-DA9F-57655295A450}"/>
          </ac:spMkLst>
        </pc:spChg>
        <pc:graphicFrameChg chg="add mod">
          <ac:chgData name="CHIDAMBARANATHAN C M" userId="41e877ade6b77116" providerId="LiveId" clId="{29F42C0A-90DC-4917-9D66-D0F719646C44}" dt="2026-01-23T06:39:03.498" v="4"/>
          <ac:graphicFrameMkLst>
            <pc:docMk/>
            <pc:sldMk cId="3052202440" sldId="259"/>
            <ac:graphicFrameMk id="4" creationId="{997BAF98-CC7A-8D2D-A4C3-E8C5BF21D869}"/>
          </ac:graphicFrameMkLst>
        </pc:graphicFrameChg>
      </pc:sldChg>
      <pc:sldChg chg="delSp modSp new mod">
        <pc:chgData name="CHIDAMBARANATHAN C M" userId="41e877ade6b77116" providerId="LiveId" clId="{29F42C0A-90DC-4917-9D66-D0F719646C44}" dt="2026-01-23T06:39:45.050" v="13" actId="27636"/>
        <pc:sldMkLst>
          <pc:docMk/>
          <pc:sldMk cId="2284562997" sldId="260"/>
        </pc:sldMkLst>
        <pc:spChg chg="del">
          <ac:chgData name="CHIDAMBARANATHAN C M" userId="41e877ade6b77116" providerId="LiveId" clId="{29F42C0A-90DC-4917-9D66-D0F719646C44}" dt="2026-01-23T06:39:42.294" v="11" actId="21"/>
          <ac:spMkLst>
            <pc:docMk/>
            <pc:sldMk cId="2284562997" sldId="260"/>
            <ac:spMk id="2" creationId="{D3A0B97A-84BC-B995-1E79-D9AE7B22216F}"/>
          </ac:spMkLst>
        </pc:spChg>
        <pc:spChg chg="mod">
          <ac:chgData name="CHIDAMBARANATHAN C M" userId="41e877ade6b77116" providerId="LiveId" clId="{29F42C0A-90DC-4917-9D66-D0F719646C44}" dt="2026-01-23T06:39:45.050" v="13" actId="27636"/>
          <ac:spMkLst>
            <pc:docMk/>
            <pc:sldMk cId="2284562997" sldId="260"/>
            <ac:spMk id="3" creationId="{D16E54E3-267D-CAAF-1786-54A5DEF80CC0}"/>
          </ac:spMkLst>
        </pc:spChg>
      </pc:sldChg>
      <pc:sldChg chg="modSp new mod">
        <pc:chgData name="CHIDAMBARANATHAN C M" userId="41e877ade6b77116" providerId="LiveId" clId="{29F42C0A-90DC-4917-9D66-D0F719646C44}" dt="2026-01-23T06:40:37.094" v="26" actId="20577"/>
        <pc:sldMkLst>
          <pc:docMk/>
          <pc:sldMk cId="1212310106" sldId="261"/>
        </pc:sldMkLst>
        <pc:spChg chg="mod">
          <ac:chgData name="CHIDAMBARANATHAN C M" userId="41e877ade6b77116" providerId="LiveId" clId="{29F42C0A-90DC-4917-9D66-D0F719646C44}" dt="2026-01-23T06:40:37.094" v="26" actId="20577"/>
          <ac:spMkLst>
            <pc:docMk/>
            <pc:sldMk cId="1212310106" sldId="261"/>
            <ac:spMk id="2" creationId="{0CFACEEB-937B-00EA-57EC-E86D3F4ED024}"/>
          </ac:spMkLst>
        </pc:spChg>
        <pc:spChg chg="mod">
          <ac:chgData name="CHIDAMBARANATHAN C M" userId="41e877ade6b77116" providerId="LiveId" clId="{29F42C0A-90DC-4917-9D66-D0F719646C44}" dt="2026-01-23T06:40:21.689" v="22" actId="12"/>
          <ac:spMkLst>
            <pc:docMk/>
            <pc:sldMk cId="1212310106" sldId="261"/>
            <ac:spMk id="3" creationId="{259900EA-F4DE-2AF3-F3FC-7263D6BE4D7F}"/>
          </ac:spMkLst>
        </pc:spChg>
      </pc:sldChg>
      <pc:sldChg chg="modSp new mod">
        <pc:chgData name="CHIDAMBARANATHAN C M" userId="41e877ade6b77116" providerId="LiveId" clId="{29F42C0A-90DC-4917-9D66-D0F719646C44}" dt="2026-01-23T06:41:27.578" v="41" actId="20577"/>
        <pc:sldMkLst>
          <pc:docMk/>
          <pc:sldMk cId="2274571070" sldId="262"/>
        </pc:sldMkLst>
        <pc:spChg chg="mod">
          <ac:chgData name="CHIDAMBARANATHAN C M" userId="41e877ade6b77116" providerId="LiveId" clId="{29F42C0A-90DC-4917-9D66-D0F719646C44}" dt="2026-01-23T06:41:27.578" v="41" actId="20577"/>
          <ac:spMkLst>
            <pc:docMk/>
            <pc:sldMk cId="2274571070" sldId="262"/>
            <ac:spMk id="2" creationId="{F04096E7-9E18-1D93-24C6-57C015E1BA4B}"/>
          </ac:spMkLst>
        </pc:spChg>
        <pc:spChg chg="mod">
          <ac:chgData name="CHIDAMBARANATHAN C M" userId="41e877ade6b77116" providerId="LiveId" clId="{29F42C0A-90DC-4917-9D66-D0F719646C44}" dt="2026-01-23T06:41:11.130" v="37" actId="12"/>
          <ac:spMkLst>
            <pc:docMk/>
            <pc:sldMk cId="2274571070" sldId="262"/>
            <ac:spMk id="3" creationId="{4AD6684F-C225-3D62-0507-F49D4E296791}"/>
          </ac:spMkLst>
        </pc:spChg>
      </pc:sldChg>
      <pc:sldChg chg="modSp new mod">
        <pc:chgData name="CHIDAMBARANATHAN C M" userId="41e877ade6b77116" providerId="LiveId" clId="{29F42C0A-90DC-4917-9D66-D0F719646C44}" dt="2026-01-23T06:43:20.478" v="75"/>
        <pc:sldMkLst>
          <pc:docMk/>
          <pc:sldMk cId="2367157195" sldId="263"/>
        </pc:sldMkLst>
        <pc:spChg chg="mod">
          <ac:chgData name="CHIDAMBARANATHAN C M" userId="41e877ade6b77116" providerId="LiveId" clId="{29F42C0A-90DC-4917-9D66-D0F719646C44}" dt="2026-01-23T06:43:20.478" v="75"/>
          <ac:spMkLst>
            <pc:docMk/>
            <pc:sldMk cId="2367157195" sldId="263"/>
            <ac:spMk id="2" creationId="{BD5B00A0-9889-E246-B8A2-8480496D45CE}"/>
          </ac:spMkLst>
        </pc:spChg>
        <pc:spChg chg="mod">
          <ac:chgData name="CHIDAMBARANATHAN C M" userId="41e877ade6b77116" providerId="LiveId" clId="{29F42C0A-90DC-4917-9D66-D0F719646C44}" dt="2026-01-23T06:43:08.608" v="71" actId="12"/>
          <ac:spMkLst>
            <pc:docMk/>
            <pc:sldMk cId="2367157195" sldId="263"/>
            <ac:spMk id="3" creationId="{29CB93F2-F519-77BD-57EF-0E352D28086D}"/>
          </ac:spMkLst>
        </pc:spChg>
      </pc:sldChg>
      <pc:sldChg chg="modSp new mod">
        <pc:chgData name="CHIDAMBARANATHAN C M" userId="41e877ade6b77116" providerId="LiveId" clId="{29F42C0A-90DC-4917-9D66-D0F719646C44}" dt="2026-01-23T06:42:35.987" v="62"/>
        <pc:sldMkLst>
          <pc:docMk/>
          <pc:sldMk cId="658765983" sldId="264"/>
        </pc:sldMkLst>
        <pc:spChg chg="mod">
          <ac:chgData name="CHIDAMBARANATHAN C M" userId="41e877ade6b77116" providerId="LiveId" clId="{29F42C0A-90DC-4917-9D66-D0F719646C44}" dt="2026-01-23T06:42:35.987" v="62"/>
          <ac:spMkLst>
            <pc:docMk/>
            <pc:sldMk cId="658765983" sldId="264"/>
            <ac:spMk id="2" creationId="{A33374A1-AEE5-70ED-FECC-05712C6F20FD}"/>
          </ac:spMkLst>
        </pc:spChg>
        <pc:spChg chg="mod">
          <ac:chgData name="CHIDAMBARANATHAN C M" userId="41e877ade6b77116" providerId="LiveId" clId="{29F42C0A-90DC-4917-9D66-D0F719646C44}" dt="2026-01-23T06:42:26.362" v="58" actId="12"/>
          <ac:spMkLst>
            <pc:docMk/>
            <pc:sldMk cId="658765983" sldId="264"/>
            <ac:spMk id="3" creationId="{109E2740-5B8B-6227-B701-513755C0D3CC}"/>
          </ac:spMkLst>
        </pc:spChg>
      </pc:sldChg>
      <pc:sldChg chg="modSp new mod">
        <pc:chgData name="CHIDAMBARANATHAN C M" userId="41e877ade6b77116" providerId="LiveId" clId="{29F42C0A-90DC-4917-9D66-D0F719646C44}" dt="2026-01-23T06:42:03.591" v="51"/>
        <pc:sldMkLst>
          <pc:docMk/>
          <pc:sldMk cId="1563571642" sldId="265"/>
        </pc:sldMkLst>
        <pc:spChg chg="mod">
          <ac:chgData name="CHIDAMBARANATHAN C M" userId="41e877ade6b77116" providerId="LiveId" clId="{29F42C0A-90DC-4917-9D66-D0F719646C44}" dt="2026-01-23T06:42:03.591" v="51"/>
          <ac:spMkLst>
            <pc:docMk/>
            <pc:sldMk cId="1563571642" sldId="265"/>
            <ac:spMk id="2" creationId="{DC8F3D1B-0AF7-47DF-45FF-68E444D729B1}"/>
          </ac:spMkLst>
        </pc:spChg>
        <pc:spChg chg="mod">
          <ac:chgData name="CHIDAMBARANATHAN C M" userId="41e877ade6b77116" providerId="LiveId" clId="{29F42C0A-90DC-4917-9D66-D0F719646C44}" dt="2026-01-23T06:41:54.124" v="47" actId="12"/>
          <ac:spMkLst>
            <pc:docMk/>
            <pc:sldMk cId="1563571642" sldId="265"/>
            <ac:spMk id="3" creationId="{E23F93A6-7C59-9329-BA44-F3F47F25387E}"/>
          </ac:spMkLst>
        </pc:spChg>
      </pc:sldChg>
      <pc:sldChg chg="new">
        <pc:chgData name="CHIDAMBARANATHAN C M" userId="41e877ade6b77116" providerId="LiveId" clId="{29F42C0A-90DC-4917-9D66-D0F719646C44}" dt="2026-01-23T06:42:40.070" v="63" actId="680"/>
        <pc:sldMkLst>
          <pc:docMk/>
          <pc:sldMk cId="2909154438" sldId="266"/>
        </pc:sldMkLst>
      </pc:sldChg>
      <pc:sldChg chg="modSp new mod">
        <pc:chgData name="CHIDAMBARANATHAN C M" userId="41e877ade6b77116" providerId="LiveId" clId="{29F42C0A-90DC-4917-9D66-D0F719646C44}" dt="2026-01-23T06:49:23.451" v="98" actId="20577"/>
        <pc:sldMkLst>
          <pc:docMk/>
          <pc:sldMk cId="508699460" sldId="267"/>
        </pc:sldMkLst>
        <pc:spChg chg="mod">
          <ac:chgData name="CHIDAMBARANATHAN C M" userId="41e877ade6b77116" providerId="LiveId" clId="{29F42C0A-90DC-4917-9D66-D0F719646C44}" dt="2026-01-23T06:49:23.451" v="98" actId="20577"/>
          <ac:spMkLst>
            <pc:docMk/>
            <pc:sldMk cId="508699460" sldId="267"/>
            <ac:spMk id="2" creationId="{CFEF9A38-5E01-F71F-C942-FD39DBCA6CD1}"/>
          </ac:spMkLst>
        </pc:spChg>
        <pc:spChg chg="mod">
          <ac:chgData name="CHIDAMBARANATHAN C M" userId="41e877ade6b77116" providerId="LiveId" clId="{29F42C0A-90DC-4917-9D66-D0F719646C44}" dt="2026-01-23T06:48:46.934" v="78" actId="12"/>
          <ac:spMkLst>
            <pc:docMk/>
            <pc:sldMk cId="508699460" sldId="267"/>
            <ac:spMk id="3" creationId="{467AC53B-C476-AA7E-C5F5-9755330943C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2110F-ADCC-50E4-F7D5-B9A0F1F04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E61B7-75E1-5915-3C0C-54FFAD1FD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D9DFE-0A6F-2D18-35E0-ACBEE2593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53071-CF9A-4909-A901-CD5C3A81639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DD962-349F-F508-835F-888D567B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8B21D-7F43-EAE7-1822-9FF5CBE9A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4B703-CF0A-49B5-9E2F-BFF3E59F9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359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BD452-5534-AA34-8A52-9E143FFFB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D16A0-D99C-0E08-165A-F277EFE6A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75DAE-AE73-5FD2-1D17-386495383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53071-CF9A-4909-A901-CD5C3A81639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26DB3-0606-44C4-3DC6-D3C83DBC0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7C011-55E7-B1DF-7F4E-E26140CC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4B703-CF0A-49B5-9E2F-BFF3E59F9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263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A603-E014-7181-FBE5-C2E52D8FA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FD08E-8A6D-CFC9-810C-1331360C5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AA44D-5387-762F-BDE8-1D3A42211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53071-CF9A-4909-A901-CD5C3A81639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CE61A-485D-E209-D00F-EBA39351E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01566-367A-E1D7-0F29-3713B998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4B703-CF0A-49B5-9E2F-BFF3E59F9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317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91898-FA54-AC58-1E52-D2C3E179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E8916-F999-8742-1248-5671DFDA4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E1675-9DCE-18D4-535A-EC055973A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79D4C-2E25-949F-1C25-C023A9373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53071-CF9A-4909-A901-CD5C3A81639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64272-4DC2-4F16-D791-392DE889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054A6-AB16-8E15-F83F-2DD1C6E1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4B703-CF0A-49B5-9E2F-BFF3E59F9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447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DF636-A0FF-16E2-0FCA-0FE7F3E26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2E187-7BC5-D200-D1DF-CCBA081E9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B9B88-DEF6-472A-B0C9-D233C29AD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0D941-388D-F275-81DF-D2012FF76C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8A83F-D592-19F2-070B-37C534DB8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B8519-6FC5-C124-AD8F-FB34F3F3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53071-CF9A-4909-A901-CD5C3A81639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DCDC2D-E860-AAC3-5AE5-CF0B48A1F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0A117F-D329-028F-5E73-5B4EBF5B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4B703-CF0A-49B5-9E2F-BFF3E59F9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53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D12F2-BDC7-4CA1-4977-46BA06A03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A870A-BA2E-CD00-1DCD-CCF2B257E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53071-CF9A-4909-A901-CD5C3A81639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46D0B-03A9-DBC6-F7EE-AC076A488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1671EB-ED48-5F52-E378-D0E5A4EE2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4B703-CF0A-49B5-9E2F-BFF3E59F9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305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7159FA-21FB-E34C-D24E-D1166DBB0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53071-CF9A-4909-A901-CD5C3A81639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1AF9F7-4966-C9EF-3F6C-5245EB064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DCEDE-1856-4C1A-C841-098D2775B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4B703-CF0A-49B5-9E2F-BFF3E59F9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09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3EEF-5B0D-1800-6E19-71158F16E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10723-B636-9D8C-31A3-321723EC3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D060CA-C8B1-49CB-5B6C-58974EAD8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AE954-D895-81AB-BFE5-BBDA06575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53071-CF9A-4909-A901-CD5C3A81639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DBF6E-0C50-4ACC-55E3-BA7321537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1DD21-9E5A-C6C2-35FA-9524B719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4B703-CF0A-49B5-9E2F-BFF3E59F9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15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2363-6D01-213A-698A-77C699F48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F32A56-8AD5-5A46-575A-13C851DBBB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E2385-B90C-6F1F-D974-3B1D28213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32C9A-24BD-6678-79FF-847A9DE9A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53071-CF9A-4909-A901-CD5C3A81639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B7DF2-79CA-71E4-5FA7-846C2CFCE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523E1-BEFC-5086-0383-46DA294C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4B703-CF0A-49B5-9E2F-BFF3E59F9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C0BC6-D1A9-D4D1-EFF1-6FD2AE221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8EBBF-23A2-B1D3-1B21-B39128252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6BD5A-F575-ADF5-D87A-33C063907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53071-CF9A-4909-A901-CD5C3A81639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A3C78-F88B-2BED-0CF1-4B8AE30CB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C4257-4543-ED48-DDBA-A3A48DE9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4B703-CF0A-49B5-9E2F-BFF3E59F9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84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981C0E-BF5F-8EEC-6579-CC6F301C5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FF7BB-5E78-943B-0FF9-226BAAF05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F5505-E132-AD99-5EB2-6B503A8BA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53071-CF9A-4909-A901-CD5C3A81639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E4573-0A7D-B1B7-8C2D-E48DF5C56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5CD49-CCA3-9EF0-A035-15DF10CA8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4B703-CF0A-49B5-9E2F-BFF3E59F9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84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C4E42-B4C3-E39C-638A-161FE1807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64029-4C9E-BAB8-3D19-26B7F0154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EFCA2-BF8F-33C4-C26F-EB8356D8F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53071-CF9A-4909-A901-CD5C3A81639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6CA89-A86C-5B84-02DF-A328C9D5D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5EE47-8BBC-DD29-BED6-322FEB9C3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4B703-CF0A-49B5-9E2F-BFF3E59F9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03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709F5-A948-8A5C-4D03-A0E618082E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Student Management System (REST API)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5040E7-B089-76E5-AC0A-4128699B92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3194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78484-F69E-2AA3-0FEA-A897E816B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architecture of the Spring Boot REST applications | by ...">
            <a:extLst>
              <a:ext uri="{FF2B5EF4-FFF2-40B4-BE49-F238E27FC236}">
                <a16:creationId xmlns:a16="http://schemas.microsoft.com/office/drawing/2014/main" id="{88CD8898-BD1C-09F5-8186-BA9EFCAF2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88" y="566738"/>
            <a:ext cx="8582025" cy="572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882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38476-C5A0-E46D-8CA0-C0DE4F255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6968"/>
            <a:ext cx="10515600" cy="5289995"/>
          </a:xfrm>
        </p:spPr>
        <p:txBody>
          <a:bodyPr/>
          <a:lstStyle/>
          <a:p>
            <a:r>
              <a:rPr lang="en-US" b="1" dirty="0"/>
              <a:t>Project Description</a:t>
            </a:r>
          </a:p>
          <a:p>
            <a:r>
              <a:rPr lang="en-US" dirty="0"/>
              <a:t>This project manages </a:t>
            </a:r>
            <a:r>
              <a:rPr lang="en-US" b="1" dirty="0"/>
              <a:t>student details</a:t>
            </a:r>
            <a:r>
              <a:rPr lang="en-US" dirty="0"/>
              <a:t> like:</a:t>
            </a:r>
          </a:p>
          <a:p>
            <a:r>
              <a:rPr lang="en-US" dirty="0"/>
              <a:t>Add student</a:t>
            </a:r>
          </a:p>
          <a:p>
            <a:r>
              <a:rPr lang="en-US" dirty="0"/>
              <a:t>View students</a:t>
            </a:r>
          </a:p>
          <a:p>
            <a:r>
              <a:rPr lang="en-US" dirty="0"/>
              <a:t>Update student</a:t>
            </a:r>
          </a:p>
          <a:p>
            <a:r>
              <a:rPr lang="en-US" dirty="0"/>
              <a:t>Delete student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2923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7BAF98-CC7A-8D2D-A4C3-E8C5BF21D86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9637113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14660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851928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Annotation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80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Handles HTTP requests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@RestController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965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Business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@Service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671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Repository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DB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@Repository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967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Table mapping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@Entity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44417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BBCADC3-52ED-A617-DA9F-57655295A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88" y="1273689"/>
            <a:ext cx="600760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Architecture (Very Important for Exams)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Controller → Service → Repository → Database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202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E54E3-267D-CAAF-1786-54A5DEF80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28323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Project Structure</a:t>
            </a:r>
          </a:p>
          <a:p>
            <a:r>
              <a:rPr lang="en-IN" dirty="0"/>
              <a:t>student-management</a:t>
            </a:r>
          </a:p>
          <a:p>
            <a:r>
              <a:rPr lang="en-IN" dirty="0"/>
              <a:t> └── </a:t>
            </a:r>
            <a:r>
              <a:rPr lang="en-IN" dirty="0" err="1"/>
              <a:t>src</a:t>
            </a:r>
            <a:r>
              <a:rPr lang="en-IN" dirty="0"/>
              <a:t>/main/java</a:t>
            </a:r>
          </a:p>
          <a:p>
            <a:r>
              <a:rPr lang="en-IN" dirty="0"/>
              <a:t>     └── </a:t>
            </a:r>
            <a:r>
              <a:rPr lang="en-IN" dirty="0" err="1"/>
              <a:t>com.example.student</a:t>
            </a:r>
            <a:endParaRPr lang="en-IN" dirty="0"/>
          </a:p>
          <a:p>
            <a:r>
              <a:rPr lang="en-IN" dirty="0"/>
              <a:t>         ├── StudentApplication.java</a:t>
            </a:r>
          </a:p>
          <a:p>
            <a:r>
              <a:rPr lang="en-IN" dirty="0"/>
              <a:t>         ├── controller</a:t>
            </a:r>
          </a:p>
          <a:p>
            <a:r>
              <a:rPr lang="en-IN" dirty="0"/>
              <a:t>         │     └── StudentController.java</a:t>
            </a:r>
          </a:p>
          <a:p>
            <a:r>
              <a:rPr lang="en-IN" dirty="0"/>
              <a:t>         ├── service</a:t>
            </a:r>
          </a:p>
          <a:p>
            <a:r>
              <a:rPr lang="en-IN" dirty="0"/>
              <a:t>         │     └── StudentService.java</a:t>
            </a:r>
          </a:p>
          <a:p>
            <a:r>
              <a:rPr lang="en-IN" dirty="0"/>
              <a:t>         ├── repository</a:t>
            </a:r>
          </a:p>
          <a:p>
            <a:r>
              <a:rPr lang="en-IN" dirty="0"/>
              <a:t>         │     └── StudentRepository.java</a:t>
            </a:r>
          </a:p>
          <a:p>
            <a:r>
              <a:rPr lang="en-IN" dirty="0"/>
              <a:t>         └── model</a:t>
            </a:r>
          </a:p>
          <a:p>
            <a:r>
              <a:rPr lang="en-IN" dirty="0"/>
              <a:t>               └── Student.java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4562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CEEB-937B-00EA-57EC-E86D3F4ED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Main Class (</a:t>
            </a:r>
            <a:r>
              <a:rPr lang="en-US" dirty="0"/>
              <a:t>Starts the Spring Boot application)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900EA-F4DE-2AF3-F3FC-7263D6BE4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@SpringBootApplication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StudentApplication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SpringApplication.run</a:t>
            </a:r>
            <a:r>
              <a:rPr lang="en-IN" dirty="0"/>
              <a:t>(</a:t>
            </a:r>
            <a:r>
              <a:rPr lang="en-IN" dirty="0" err="1"/>
              <a:t>StudentApplication.class</a:t>
            </a:r>
            <a:r>
              <a:rPr lang="en-IN" dirty="0"/>
              <a:t>, </a:t>
            </a:r>
            <a:r>
              <a:rPr lang="en-IN" dirty="0" err="1"/>
              <a:t>args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2310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96E7-9E18-1D93-24C6-57C015E1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Entity Class (Student) (</a:t>
            </a:r>
            <a:r>
              <a:rPr lang="en-US" dirty="0"/>
              <a:t>Maps class to </a:t>
            </a:r>
            <a:r>
              <a:rPr lang="en-US" b="1" dirty="0"/>
              <a:t>database table)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6684F-C225-3D62-0507-F49D4E29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@Entity</a:t>
            </a:r>
          </a:p>
          <a:p>
            <a:pPr marL="0" indent="0">
              <a:buNone/>
            </a:pPr>
            <a:r>
              <a:rPr lang="en-IN" dirty="0"/>
              <a:t>public class Student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@Id</a:t>
            </a:r>
          </a:p>
          <a:p>
            <a:pPr marL="0" indent="0">
              <a:buNone/>
            </a:pPr>
            <a:r>
              <a:rPr lang="en-IN" dirty="0"/>
              <a:t>    @GeneratedValue(strategy = </a:t>
            </a:r>
            <a:r>
              <a:rPr lang="en-IN" dirty="0" err="1"/>
              <a:t>GenerationType.IDENTITY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private int id;</a:t>
            </a:r>
          </a:p>
          <a:p>
            <a:pPr marL="0" indent="0">
              <a:buNone/>
            </a:pPr>
            <a:r>
              <a:rPr lang="en-IN" dirty="0"/>
              <a:t>    private String name;</a:t>
            </a:r>
          </a:p>
          <a:p>
            <a:pPr marL="0" indent="0">
              <a:buNone/>
            </a:pPr>
            <a:r>
              <a:rPr lang="en-IN" dirty="0"/>
              <a:t>    private String department;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getters and setters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74571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F3D1B-0AF7-47DF-45FF-68E444D7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Repository Layer (Handles </a:t>
            </a:r>
            <a:r>
              <a:rPr lang="en-IN" b="1" dirty="0"/>
              <a:t>CRUD operations automatically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F93A6-7C59-9329-BA44-F3F47F253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@Repository</a:t>
            </a:r>
          </a:p>
          <a:p>
            <a:pPr marL="0" indent="0">
              <a:buNone/>
            </a:pPr>
            <a:r>
              <a:rPr lang="en-US" dirty="0"/>
              <a:t>public interface </a:t>
            </a:r>
            <a:r>
              <a:rPr lang="en-US" dirty="0" err="1"/>
              <a:t>StudentRepository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   extends </a:t>
            </a:r>
            <a:r>
              <a:rPr lang="en-US" dirty="0" err="1"/>
              <a:t>JpaRepository</a:t>
            </a:r>
            <a:r>
              <a:rPr lang="en-US" dirty="0"/>
              <a:t>&lt;Student, Integer&gt; {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3571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74A1-AEE5-70ED-FECC-05712C6F2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Service Layer (Contains </a:t>
            </a:r>
            <a:r>
              <a:rPr lang="en-IN" b="1" dirty="0"/>
              <a:t>business logic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E2740-5B8B-6227-B701-513755C0D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@Service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StudentService</a:t>
            </a:r>
            <a:r>
              <a:rPr lang="en-IN" dirty="0"/>
              <a:t>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@Autowired</a:t>
            </a:r>
          </a:p>
          <a:p>
            <a:pPr marL="0" indent="0">
              <a:buNone/>
            </a:pPr>
            <a:r>
              <a:rPr lang="en-IN" dirty="0"/>
              <a:t>    private </a:t>
            </a:r>
            <a:r>
              <a:rPr lang="en-IN" dirty="0" err="1"/>
              <a:t>StudentRepository</a:t>
            </a:r>
            <a:r>
              <a:rPr lang="en-IN" dirty="0"/>
              <a:t> repo;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Student </a:t>
            </a:r>
            <a:r>
              <a:rPr lang="en-IN" dirty="0" err="1"/>
              <a:t>saveStudent</a:t>
            </a:r>
            <a:r>
              <a:rPr lang="en-IN" dirty="0"/>
              <a:t>(Student s) {</a:t>
            </a:r>
          </a:p>
          <a:p>
            <a:pPr marL="0" indent="0">
              <a:buNone/>
            </a:pPr>
            <a:r>
              <a:rPr lang="en-IN" dirty="0"/>
              <a:t>        return </a:t>
            </a:r>
            <a:r>
              <a:rPr lang="en-IN" dirty="0" err="1"/>
              <a:t>repo.save</a:t>
            </a:r>
            <a:r>
              <a:rPr lang="en-IN" dirty="0"/>
              <a:t>(s);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List&lt;Student&gt; </a:t>
            </a:r>
            <a:r>
              <a:rPr lang="en-IN" dirty="0" err="1"/>
              <a:t>getStudents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</a:t>
            </a:r>
            <a:r>
              <a:rPr lang="en-IN" dirty="0" err="1"/>
              <a:t>repo.findAll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8765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00A0-9889-E246-B8A2-8480496D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Controller Layer (Handles </a:t>
            </a:r>
            <a:r>
              <a:rPr lang="en-IN" b="1" dirty="0"/>
              <a:t>HTTP requests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B93F2-F519-77BD-57EF-0E352D280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dirty="0"/>
              <a:t>@RestController</a:t>
            </a:r>
          </a:p>
          <a:p>
            <a:pPr marL="0" indent="0">
              <a:buNone/>
            </a:pPr>
            <a:r>
              <a:rPr lang="en-IN" dirty="0"/>
              <a:t>@RequestMapping("/students")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StudentController</a:t>
            </a:r>
            <a:r>
              <a:rPr lang="en-IN" dirty="0"/>
              <a:t>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@Autowired</a:t>
            </a:r>
          </a:p>
          <a:p>
            <a:pPr marL="0" indent="0">
              <a:buNone/>
            </a:pPr>
            <a:r>
              <a:rPr lang="en-IN" dirty="0"/>
              <a:t>    private </a:t>
            </a:r>
            <a:r>
              <a:rPr lang="en-IN" dirty="0" err="1"/>
              <a:t>StudentService</a:t>
            </a:r>
            <a:r>
              <a:rPr lang="en-IN" dirty="0"/>
              <a:t> service;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@PostMapping("/add")</a:t>
            </a:r>
          </a:p>
          <a:p>
            <a:pPr marL="0" indent="0">
              <a:buNone/>
            </a:pPr>
            <a:r>
              <a:rPr lang="en-IN" dirty="0"/>
              <a:t>    public Student </a:t>
            </a:r>
            <a:r>
              <a:rPr lang="en-IN" dirty="0" err="1"/>
              <a:t>addStudent</a:t>
            </a:r>
            <a:r>
              <a:rPr lang="en-IN" dirty="0"/>
              <a:t>(@RequestBody Student s) {</a:t>
            </a:r>
          </a:p>
          <a:p>
            <a:pPr marL="0" indent="0">
              <a:buNone/>
            </a:pPr>
            <a:r>
              <a:rPr lang="en-IN" dirty="0"/>
              <a:t>        return </a:t>
            </a:r>
            <a:r>
              <a:rPr lang="en-IN" dirty="0" err="1"/>
              <a:t>service.saveStudent</a:t>
            </a:r>
            <a:r>
              <a:rPr lang="en-IN" dirty="0"/>
              <a:t>(s);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@GetMapping("/all")</a:t>
            </a:r>
          </a:p>
          <a:p>
            <a:pPr marL="0" indent="0">
              <a:buNone/>
            </a:pPr>
            <a:r>
              <a:rPr lang="en-IN" dirty="0"/>
              <a:t>    public List&lt;Student&gt; </a:t>
            </a:r>
            <a:r>
              <a:rPr lang="en-IN" dirty="0" err="1"/>
              <a:t>getAll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</a:t>
            </a:r>
            <a:r>
              <a:rPr lang="en-IN" dirty="0" err="1"/>
              <a:t>service.getStudents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67157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F9A38-5E01-F71F-C942-FD39DBCA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application.properties</a:t>
            </a:r>
            <a:r>
              <a:rPr lang="en-IN" dirty="0"/>
              <a:t> (Configuring </a:t>
            </a:r>
            <a:r>
              <a:rPr lang="en-IN" dirty="0" err="1"/>
              <a:t>mysql</a:t>
            </a:r>
            <a:r>
              <a:rPr lang="en-IN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AC53B-C476-AA7E-C5F5-975533094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server.port</a:t>
            </a:r>
            <a:r>
              <a:rPr lang="en-IN" dirty="0"/>
              <a:t>=8080</a:t>
            </a:r>
          </a:p>
          <a:p>
            <a:pPr marL="0" indent="0">
              <a:buNone/>
            </a:pPr>
            <a:r>
              <a:rPr lang="en-IN" dirty="0"/>
              <a:t>spring.datasource.url=</a:t>
            </a:r>
            <a:r>
              <a:rPr lang="en-IN" dirty="0" err="1"/>
              <a:t>jdbc:mysql</a:t>
            </a:r>
            <a:r>
              <a:rPr lang="en-IN" dirty="0"/>
              <a:t>://localhost:3306/</a:t>
            </a:r>
            <a:r>
              <a:rPr lang="en-IN" dirty="0" err="1"/>
              <a:t>studentdb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spring.datasource.username</a:t>
            </a:r>
            <a:r>
              <a:rPr lang="en-IN" dirty="0"/>
              <a:t>=root</a:t>
            </a:r>
          </a:p>
          <a:p>
            <a:pPr marL="0" indent="0">
              <a:buNone/>
            </a:pPr>
            <a:r>
              <a:rPr lang="en-IN" dirty="0" err="1"/>
              <a:t>spring.datasource.password</a:t>
            </a:r>
            <a:r>
              <a:rPr lang="en-IN" dirty="0"/>
              <a:t>=root</a:t>
            </a:r>
          </a:p>
          <a:p>
            <a:pPr marL="0" indent="0">
              <a:buNone/>
            </a:pPr>
            <a:r>
              <a:rPr lang="en-IN" dirty="0" err="1"/>
              <a:t>spring.jpa.hibernate.ddl</a:t>
            </a:r>
            <a:r>
              <a:rPr lang="en-IN" dirty="0"/>
              <a:t>-auto=update</a:t>
            </a:r>
          </a:p>
        </p:txBody>
      </p:sp>
    </p:spTree>
    <p:extLst>
      <p:ext uri="{BB962C8B-B14F-4D97-AF65-F5344CB8AC3E}">
        <p14:creationId xmlns:p14="http://schemas.microsoft.com/office/powerpoint/2010/main" val="508699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82620-7221-5E32-B766-86301919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1591B-BF19-26C2-F27F-42B1FF562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154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429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Unicode MS</vt:lpstr>
      <vt:lpstr>Calibri</vt:lpstr>
      <vt:lpstr>Calibri Light</vt:lpstr>
      <vt:lpstr>Courier New</vt:lpstr>
      <vt:lpstr>Office Theme</vt:lpstr>
      <vt:lpstr>Student Management System (REST API)</vt:lpstr>
      <vt:lpstr>PowerPoint Presentation</vt:lpstr>
      <vt:lpstr>PowerPoint Presentation</vt:lpstr>
      <vt:lpstr>PowerPoint Presentation</vt:lpstr>
      <vt:lpstr>PowerPoint Presentation</vt:lpstr>
      <vt:lpstr>1. Main Class (Starts the Spring Boot application)</vt:lpstr>
      <vt:lpstr>2. Entity Class (Student) (Maps class to database table)</vt:lpstr>
      <vt:lpstr>3. Repository Layer (Handles CRUD operations automatically)</vt:lpstr>
      <vt:lpstr>4. Service Layer (Contains business logic)</vt:lpstr>
      <vt:lpstr>5. Controller Layer (Handles HTTP requests)</vt:lpstr>
      <vt:lpstr>application.properties (Configuring mysql)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CHIDAMBARANATHAN C M</dc:creator>
  <cp:lastModifiedBy>CHIDAMBARANATHAN C M</cp:lastModifiedBy>
  <cp:revision>1</cp:revision>
  <dcterms:created xsi:type="dcterms:W3CDTF">2026-01-23T06:37:41Z</dcterms:created>
  <dcterms:modified xsi:type="dcterms:W3CDTF">2026-01-23T06:49:23Z</dcterms:modified>
</cp:coreProperties>
</file>